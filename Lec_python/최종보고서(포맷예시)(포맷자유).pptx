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</p:sldIdLst>
  <p:sldSz cx="17556163" cy="9875838"/>
  <p:notesSz cx="9875838" cy="17556163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10">
          <p15:clr>
            <a:srgbClr val="A4A3A4"/>
          </p15:clr>
        </p15:guide>
        <p15:guide id="2" pos="5529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75940" autoAdjust="0"/>
  </p:normalViewPr>
  <p:slideViewPr>
    <p:cSldViewPr snapToGrid="0" snapToObjects="1">
      <p:cViewPr varScale="1">
        <p:scale>
          <a:sx n="50" d="100"/>
          <a:sy n="50" d="100"/>
        </p:scale>
        <p:origin x="420" y="60"/>
      </p:cViewPr>
      <p:guideLst>
        <p:guide orient="horz" pos="3110"/>
        <p:guide pos="5529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38" d="100"/>
          <a:sy n="38" d="100"/>
        </p:scale>
        <p:origin x="3492" y="7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20294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450830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 userDrawn="1"/>
        </p:nvSpPr>
        <p:spPr>
          <a:xfrm>
            <a:off x="-1" y="-1"/>
            <a:ext cx="17556163" cy="1628775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49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1309163" y="1499017"/>
            <a:ext cx="59610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AI </a:t>
            </a:r>
            <a:r>
              <a:rPr lang="ko-KR" altLang="en-US" b="1" dirty="0" smtClean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시스템반도체 </a:t>
            </a:r>
            <a:r>
              <a:rPr lang="en-US" altLang="ko-KR" b="1" dirty="0" smtClean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SW</a:t>
            </a:r>
            <a:r>
              <a:rPr lang="ko-KR" altLang="en-US" b="1" dirty="0" smtClean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개발자</a:t>
            </a:r>
            <a:r>
              <a:rPr lang="en-US" altLang="ko-KR" b="1" dirty="0" smtClean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(2</a:t>
            </a:r>
            <a:r>
              <a:rPr lang="ko-KR" altLang="en-US" b="1" dirty="0" smtClean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기</a:t>
            </a:r>
            <a:r>
              <a:rPr lang="en-US" altLang="ko-KR" b="1" dirty="0" smtClean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)</a:t>
            </a:r>
            <a:endParaRPr lang="ko-KR" altLang="en-US" b="1" dirty="0"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189242" y="5410269"/>
            <a:ext cx="1419066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5400" b="1" dirty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프로젝트 제목을 기입합니다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40474" y="7827365"/>
            <a:ext cx="5961067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b="1" dirty="0" smtClean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1</a:t>
            </a:r>
            <a:r>
              <a:rPr lang="ko-KR" altLang="en-US" sz="2800" b="1" dirty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팀</a:t>
            </a:r>
            <a:endParaRPr lang="en-US" altLang="ko-KR" sz="2800" b="1" dirty="0"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  <a:p>
            <a:endParaRPr lang="en-US" altLang="ko-KR" sz="2800" b="1" dirty="0"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  <a:p>
            <a:r>
              <a:rPr lang="ko-KR" altLang="en-US" sz="2800" b="1" dirty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홍길동 </a:t>
            </a:r>
            <a:r>
              <a:rPr lang="ko-KR" altLang="en-US" sz="2800" b="1" dirty="0" err="1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갑돌이</a:t>
            </a:r>
            <a:r>
              <a:rPr lang="ko-KR" altLang="en-US" sz="2800" b="1" dirty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돌돌이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49202" y="4588833"/>
            <a:ext cx="141906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600" b="1" dirty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프로젝트 결과보고서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706099" y="2154140"/>
            <a:ext cx="11160121" cy="618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indent="-914400">
              <a:lnSpc>
                <a:spcPct val="150000"/>
              </a:lnSpc>
              <a:buAutoNum type="arabicPeriod"/>
            </a:pPr>
            <a:r>
              <a:rPr lang="ko-KR" altLang="en-US" sz="4400" b="1" dirty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주제 및 결과 요약</a:t>
            </a:r>
            <a:endParaRPr lang="en-US" altLang="ko-KR" sz="4400" b="1" dirty="0"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  <a:p>
            <a:pPr marL="914400" indent="-914400">
              <a:lnSpc>
                <a:spcPct val="150000"/>
              </a:lnSpc>
              <a:buAutoNum type="arabicPeriod"/>
            </a:pPr>
            <a:r>
              <a:rPr lang="ko-KR" altLang="en-US" sz="4400" b="1" dirty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개발 목표 및 개발 결과</a:t>
            </a:r>
            <a:endParaRPr lang="en-US" altLang="ko-KR" sz="4400" b="1" dirty="0"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  <a:p>
            <a:pPr marL="914400" indent="-914400">
              <a:lnSpc>
                <a:spcPct val="150000"/>
              </a:lnSpc>
              <a:buAutoNum type="arabicPeriod"/>
            </a:pPr>
            <a:r>
              <a:rPr lang="ko-KR" altLang="en-US" sz="4400" b="1" dirty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핵심 기술</a:t>
            </a:r>
            <a:endParaRPr lang="en-US" altLang="ko-KR" sz="4400" b="1" dirty="0"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  <a:p>
            <a:pPr marL="914400" indent="-914400">
              <a:lnSpc>
                <a:spcPct val="150000"/>
              </a:lnSpc>
              <a:buAutoNum type="arabicPeriod"/>
            </a:pPr>
            <a:r>
              <a:rPr lang="ko-KR" altLang="en-US" sz="4400" b="1" dirty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결과 분석 및 기대 효과</a:t>
            </a:r>
            <a:endParaRPr lang="en-US" altLang="ko-KR" sz="4400" b="1" dirty="0"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  <a:p>
            <a:pPr marL="914400" indent="-914400">
              <a:lnSpc>
                <a:spcPct val="150000"/>
              </a:lnSpc>
              <a:buAutoNum type="arabicPeriod"/>
            </a:pPr>
            <a:r>
              <a:rPr lang="ko-KR" altLang="en-US" sz="4400" b="1" dirty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향후 연구 과제</a:t>
            </a:r>
            <a:endParaRPr lang="en-US" altLang="ko-KR" sz="4400" b="1" dirty="0"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  <a:p>
            <a:pPr marL="914400" indent="-914400">
              <a:lnSpc>
                <a:spcPct val="150000"/>
              </a:lnSpc>
              <a:buAutoNum type="arabicPeriod"/>
            </a:pPr>
            <a:r>
              <a:rPr lang="ko-KR" altLang="en-US" sz="4400" b="1" dirty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프로젝트 수행 후기</a:t>
            </a:r>
          </a:p>
        </p:txBody>
      </p:sp>
      <p:sp>
        <p:nvSpPr>
          <p:cNvPr id="7" name="직사각형 6"/>
          <p:cNvSpPr/>
          <p:nvPr/>
        </p:nvSpPr>
        <p:spPr>
          <a:xfrm>
            <a:off x="10750089" y="7383726"/>
            <a:ext cx="6248622" cy="1184223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3200" b="1">
                <a:solidFill>
                  <a:schemeClr val="tx1"/>
                </a:solidFill>
              </a:rPr>
              <a:t>필요시 목차 임의 수정 가능</a:t>
            </a:r>
            <a:endParaRPr lang="ko-KR" altLang="en-US" sz="3200" b="1" dirty="0">
              <a:solidFill>
                <a:schemeClr val="tx1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44862" y="238662"/>
            <a:ext cx="1419066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5400" b="1" dirty="0" smtClean="0">
                <a:solidFill>
                  <a:schemeClr val="bg1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목차구성</a:t>
            </a:r>
            <a:endParaRPr lang="ko-KR" altLang="en-US" sz="5400" b="1" dirty="0">
              <a:solidFill>
                <a:schemeClr val="bg1"/>
              </a:solidFill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44862" y="238662"/>
            <a:ext cx="1419066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5400" b="1" dirty="0">
                <a:solidFill>
                  <a:schemeClr val="bg1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1. </a:t>
            </a:r>
            <a:r>
              <a:rPr lang="ko-KR" altLang="en-US" sz="5400" b="1" dirty="0">
                <a:solidFill>
                  <a:schemeClr val="bg1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주제 및 결과 요약</a:t>
            </a:r>
          </a:p>
        </p:txBody>
      </p:sp>
      <p:sp>
        <p:nvSpPr>
          <p:cNvPr id="3" name="직사각형 2"/>
          <p:cNvSpPr/>
          <p:nvPr/>
        </p:nvSpPr>
        <p:spPr>
          <a:xfrm>
            <a:off x="884420" y="2488367"/>
            <a:ext cx="11092721" cy="1124263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3200" b="1" dirty="0">
                <a:solidFill>
                  <a:schemeClr val="tx1"/>
                </a:solidFill>
              </a:rPr>
              <a:t>간략하게 </a:t>
            </a:r>
            <a:r>
              <a:rPr lang="en-US" altLang="ko-KR" sz="3200" b="1" dirty="0">
                <a:solidFill>
                  <a:schemeClr val="tx1"/>
                </a:solidFill>
              </a:rPr>
              <a:t>1 </a:t>
            </a:r>
            <a:r>
              <a:rPr lang="ko-KR" altLang="en-US" sz="3200" b="1" dirty="0">
                <a:solidFill>
                  <a:schemeClr val="tx1"/>
                </a:solidFill>
              </a:rPr>
              <a:t>페이지에 프로젝트의 주제</a:t>
            </a:r>
            <a:r>
              <a:rPr lang="en-US" altLang="ko-KR" sz="3200" b="1" dirty="0">
                <a:solidFill>
                  <a:schemeClr val="tx1"/>
                </a:solidFill>
              </a:rPr>
              <a:t>, </a:t>
            </a:r>
            <a:r>
              <a:rPr lang="ko-KR" altLang="en-US" sz="3200" b="1" dirty="0">
                <a:solidFill>
                  <a:schemeClr val="tx1"/>
                </a:solidFill>
              </a:rPr>
              <a:t>목표</a:t>
            </a:r>
            <a:r>
              <a:rPr lang="en-US" altLang="ko-KR" sz="3200" b="1" dirty="0">
                <a:solidFill>
                  <a:schemeClr val="tx1"/>
                </a:solidFill>
              </a:rPr>
              <a:t>, </a:t>
            </a:r>
            <a:r>
              <a:rPr lang="ko-KR" altLang="en-US" sz="3200" b="1" dirty="0">
                <a:solidFill>
                  <a:schemeClr val="tx1"/>
                </a:solidFill>
              </a:rPr>
              <a:t>결과를 요약</a:t>
            </a:r>
          </a:p>
        </p:txBody>
      </p:sp>
    </p:spTree>
    <p:extLst>
      <p:ext uri="{BB962C8B-B14F-4D97-AF65-F5344CB8AC3E}">
        <p14:creationId xmlns:p14="http://schemas.microsoft.com/office/powerpoint/2010/main" val="35890414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44862" y="238662"/>
            <a:ext cx="1419066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5400" b="1" dirty="0">
                <a:solidFill>
                  <a:schemeClr val="bg1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2. </a:t>
            </a:r>
            <a:r>
              <a:rPr lang="ko-KR" altLang="en-US" sz="5400" b="1" dirty="0">
                <a:solidFill>
                  <a:schemeClr val="bg1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개발 목표 및 개발 결과</a:t>
            </a:r>
          </a:p>
        </p:txBody>
      </p:sp>
      <p:sp>
        <p:nvSpPr>
          <p:cNvPr id="3" name="직사각형 2"/>
          <p:cNvSpPr/>
          <p:nvPr/>
        </p:nvSpPr>
        <p:spPr>
          <a:xfrm>
            <a:off x="884420" y="2488367"/>
            <a:ext cx="11092721" cy="2548328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57200" indent="-457200">
              <a:buFontTx/>
              <a:buChar char="-"/>
            </a:pPr>
            <a:r>
              <a:rPr lang="ko-KR" altLang="en-US" sz="3200" b="1" dirty="0">
                <a:solidFill>
                  <a:schemeClr val="tx1"/>
                </a:solidFill>
              </a:rPr>
              <a:t>처음 기획한 개발 목표</a:t>
            </a:r>
            <a:endParaRPr lang="en-US" altLang="ko-KR" sz="3200" b="1" dirty="0">
              <a:solidFill>
                <a:schemeClr val="tx1"/>
              </a:solidFill>
            </a:endParaRPr>
          </a:p>
          <a:p>
            <a:pPr marL="457200" indent="-457200">
              <a:buFontTx/>
              <a:buChar char="-"/>
            </a:pPr>
            <a:r>
              <a:rPr lang="ko-KR" altLang="en-US" sz="3200" b="1" dirty="0">
                <a:solidFill>
                  <a:schemeClr val="tx1"/>
                </a:solidFill>
              </a:rPr>
              <a:t>실제 개발 결과 소개</a:t>
            </a:r>
            <a:endParaRPr lang="en-US" altLang="ko-KR" sz="3200" b="1" dirty="0">
              <a:solidFill>
                <a:schemeClr val="tx1"/>
              </a:solidFill>
            </a:endParaRPr>
          </a:p>
          <a:p>
            <a:pPr marL="457200" indent="-457200">
              <a:buFontTx/>
              <a:buChar char="-"/>
            </a:pPr>
            <a:r>
              <a:rPr lang="ko-KR" altLang="en-US" sz="3200" b="1" dirty="0">
                <a:solidFill>
                  <a:schemeClr val="tx1"/>
                </a:solidFill>
              </a:rPr>
              <a:t>가급적 결과 내용을 상세히 기술</a:t>
            </a:r>
            <a:endParaRPr lang="en-US" altLang="ko-KR" sz="3200" b="1" dirty="0">
              <a:solidFill>
                <a:schemeClr val="tx1"/>
              </a:solidFill>
            </a:endParaRPr>
          </a:p>
          <a:p>
            <a:pPr marL="457200" indent="-457200">
              <a:buFontTx/>
              <a:buChar char="-"/>
            </a:pPr>
            <a:r>
              <a:rPr lang="ko-KR" altLang="en-US" sz="3200" b="1" dirty="0">
                <a:solidFill>
                  <a:schemeClr val="tx1"/>
                </a:solidFill>
              </a:rPr>
              <a:t>페이지 수 무관</a:t>
            </a:r>
          </a:p>
        </p:txBody>
      </p:sp>
    </p:spTree>
    <p:extLst>
      <p:ext uri="{BB962C8B-B14F-4D97-AF65-F5344CB8AC3E}">
        <p14:creationId xmlns:p14="http://schemas.microsoft.com/office/powerpoint/2010/main" val="734323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44862" y="238662"/>
            <a:ext cx="1419066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5400" b="1" dirty="0">
                <a:solidFill>
                  <a:schemeClr val="bg1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3. </a:t>
            </a:r>
            <a:r>
              <a:rPr lang="ko-KR" altLang="en-US" sz="5400" b="1" dirty="0">
                <a:solidFill>
                  <a:schemeClr val="bg1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핵심 기술</a:t>
            </a:r>
          </a:p>
        </p:txBody>
      </p:sp>
      <p:sp>
        <p:nvSpPr>
          <p:cNvPr id="3" name="직사각형 2"/>
          <p:cNvSpPr/>
          <p:nvPr/>
        </p:nvSpPr>
        <p:spPr>
          <a:xfrm>
            <a:off x="884420" y="2488367"/>
            <a:ext cx="11092721" cy="2188564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57200" indent="-457200">
              <a:buFontTx/>
              <a:buChar char="-"/>
            </a:pPr>
            <a:r>
              <a:rPr lang="ko-KR" altLang="en-US" sz="3200" b="1" dirty="0">
                <a:solidFill>
                  <a:schemeClr val="tx1"/>
                </a:solidFill>
              </a:rPr>
              <a:t>개발에 사용된 가장 핵심적으로 구현된 기술 소개</a:t>
            </a:r>
            <a:endParaRPr lang="en-US" altLang="ko-KR" sz="3200" b="1" dirty="0">
              <a:solidFill>
                <a:schemeClr val="tx1"/>
              </a:solidFill>
            </a:endParaRPr>
          </a:p>
          <a:p>
            <a:pPr marL="457200" indent="-457200">
              <a:buFontTx/>
              <a:buChar char="-"/>
            </a:pPr>
            <a:r>
              <a:rPr lang="ko-KR" altLang="en-US" sz="3200" b="1" dirty="0">
                <a:solidFill>
                  <a:schemeClr val="tx1"/>
                </a:solidFill>
              </a:rPr>
              <a:t>기술 내용 또는 소스코드 등 다양한 방법으로 핵심을 소개</a:t>
            </a:r>
            <a:endParaRPr lang="en-US" altLang="ko-KR" sz="3200" b="1" dirty="0">
              <a:solidFill>
                <a:schemeClr val="tx1"/>
              </a:solidFill>
            </a:endParaRPr>
          </a:p>
          <a:p>
            <a:pPr marL="457200" indent="-457200">
              <a:buFontTx/>
              <a:buChar char="-"/>
            </a:pPr>
            <a:r>
              <a:rPr lang="ko-KR" altLang="en-US" sz="3200" b="1" dirty="0">
                <a:solidFill>
                  <a:schemeClr val="tx1"/>
                </a:solidFill>
              </a:rPr>
              <a:t>페이지 수 무관</a:t>
            </a:r>
          </a:p>
        </p:txBody>
      </p:sp>
    </p:spTree>
    <p:extLst>
      <p:ext uri="{BB962C8B-B14F-4D97-AF65-F5344CB8AC3E}">
        <p14:creationId xmlns:p14="http://schemas.microsoft.com/office/powerpoint/2010/main" val="33415607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44862" y="238662"/>
            <a:ext cx="1419066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5400" b="1" dirty="0">
                <a:solidFill>
                  <a:schemeClr val="bg1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4. </a:t>
            </a:r>
            <a:r>
              <a:rPr lang="ko-KR" altLang="en-US" sz="5400" b="1" dirty="0">
                <a:solidFill>
                  <a:schemeClr val="bg1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결과 분석 및 기대 효과</a:t>
            </a:r>
          </a:p>
        </p:txBody>
      </p:sp>
      <p:sp>
        <p:nvSpPr>
          <p:cNvPr id="3" name="직사각형 2"/>
          <p:cNvSpPr/>
          <p:nvPr/>
        </p:nvSpPr>
        <p:spPr>
          <a:xfrm>
            <a:off x="884420" y="2488367"/>
            <a:ext cx="11092721" cy="2458388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57200" indent="-457200">
              <a:buFontTx/>
              <a:buChar char="-"/>
            </a:pPr>
            <a:r>
              <a:rPr lang="ko-KR" altLang="en-US" sz="3200" b="1" dirty="0">
                <a:solidFill>
                  <a:schemeClr val="tx1"/>
                </a:solidFill>
              </a:rPr>
              <a:t>결과물에 대한 성능측정 또는 목표달성 여부 등 평가</a:t>
            </a:r>
            <a:endParaRPr lang="en-US" altLang="ko-KR" sz="3200" b="1" dirty="0">
              <a:solidFill>
                <a:schemeClr val="tx1"/>
              </a:solidFill>
            </a:endParaRPr>
          </a:p>
          <a:p>
            <a:pPr marL="457200" indent="-457200">
              <a:buFontTx/>
              <a:buChar char="-"/>
            </a:pPr>
            <a:r>
              <a:rPr lang="ko-KR" altLang="en-US" sz="3200" b="1" dirty="0">
                <a:solidFill>
                  <a:schemeClr val="tx1"/>
                </a:solidFill>
              </a:rPr>
              <a:t>성능이 낮을 경우 원인 분석 및 개선책 검토 기록</a:t>
            </a:r>
            <a:endParaRPr lang="en-US" altLang="ko-KR" sz="3200" b="1" dirty="0">
              <a:solidFill>
                <a:schemeClr val="tx1"/>
              </a:solidFill>
            </a:endParaRPr>
          </a:p>
          <a:p>
            <a:pPr marL="457200" indent="-457200">
              <a:buFontTx/>
              <a:buChar char="-"/>
            </a:pPr>
            <a:r>
              <a:rPr lang="ko-KR" altLang="en-US" sz="3200" b="1" dirty="0">
                <a:solidFill>
                  <a:schemeClr val="tx1"/>
                </a:solidFill>
              </a:rPr>
              <a:t>성능이 만족했을 경우 향후 활용 가능한 기대효과 기록</a:t>
            </a:r>
            <a:endParaRPr lang="en-US" altLang="ko-KR" sz="3200" b="1" dirty="0">
              <a:solidFill>
                <a:schemeClr val="tx1"/>
              </a:solidFill>
            </a:endParaRPr>
          </a:p>
          <a:p>
            <a:pPr marL="457200" indent="-457200">
              <a:buFontTx/>
              <a:buChar char="-"/>
            </a:pPr>
            <a:r>
              <a:rPr lang="ko-KR" altLang="en-US" sz="3200" b="1" dirty="0">
                <a:solidFill>
                  <a:schemeClr val="tx1"/>
                </a:solidFill>
              </a:rPr>
              <a:t>가급적 </a:t>
            </a:r>
            <a:r>
              <a:rPr lang="en-US" altLang="ko-KR" sz="3200" b="1" dirty="0">
                <a:solidFill>
                  <a:schemeClr val="tx1"/>
                </a:solidFill>
              </a:rPr>
              <a:t>1 </a:t>
            </a:r>
            <a:r>
              <a:rPr lang="ko-KR" altLang="en-US" sz="3200" b="1" dirty="0">
                <a:solidFill>
                  <a:schemeClr val="tx1"/>
                </a:solidFill>
              </a:rPr>
              <a:t>페이지로 정리</a:t>
            </a:r>
          </a:p>
        </p:txBody>
      </p:sp>
    </p:spTree>
    <p:extLst>
      <p:ext uri="{BB962C8B-B14F-4D97-AF65-F5344CB8AC3E}">
        <p14:creationId xmlns:p14="http://schemas.microsoft.com/office/powerpoint/2010/main" val="32567403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44862" y="238662"/>
            <a:ext cx="1419066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5400" b="1" dirty="0">
                <a:solidFill>
                  <a:schemeClr val="bg1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5. </a:t>
            </a:r>
            <a:r>
              <a:rPr lang="ko-KR" altLang="en-US" sz="5400" b="1" dirty="0">
                <a:solidFill>
                  <a:schemeClr val="bg1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향후 연구 과제</a:t>
            </a:r>
          </a:p>
        </p:txBody>
      </p:sp>
      <p:sp>
        <p:nvSpPr>
          <p:cNvPr id="3" name="직사각형 2"/>
          <p:cNvSpPr/>
          <p:nvPr/>
        </p:nvSpPr>
        <p:spPr>
          <a:xfrm>
            <a:off x="884420" y="2488367"/>
            <a:ext cx="11092721" cy="179882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57200" indent="-457200">
              <a:buFontTx/>
              <a:buChar char="-"/>
            </a:pPr>
            <a:r>
              <a:rPr lang="ko-KR" altLang="en-US" sz="3200" b="1" dirty="0">
                <a:solidFill>
                  <a:schemeClr val="tx1"/>
                </a:solidFill>
              </a:rPr>
              <a:t>개발 결과물의 추후 개선점</a:t>
            </a:r>
            <a:r>
              <a:rPr lang="en-US" altLang="ko-KR" sz="3200" b="1" dirty="0">
                <a:solidFill>
                  <a:schemeClr val="tx1"/>
                </a:solidFill>
              </a:rPr>
              <a:t>, </a:t>
            </a:r>
            <a:r>
              <a:rPr lang="ko-KR" altLang="en-US" sz="3200" b="1" dirty="0">
                <a:solidFill>
                  <a:schemeClr val="tx1"/>
                </a:solidFill>
              </a:rPr>
              <a:t>후속 개발 주제 등에 대한 내용</a:t>
            </a:r>
            <a:endParaRPr lang="en-US" altLang="ko-KR" sz="3200" b="1" dirty="0">
              <a:solidFill>
                <a:schemeClr val="tx1"/>
              </a:solidFill>
            </a:endParaRPr>
          </a:p>
          <a:p>
            <a:pPr marL="457200" indent="-457200">
              <a:buFontTx/>
              <a:buChar char="-"/>
            </a:pPr>
            <a:r>
              <a:rPr lang="ko-KR" altLang="en-US" sz="3200" b="1" dirty="0">
                <a:solidFill>
                  <a:schemeClr val="tx1"/>
                </a:solidFill>
              </a:rPr>
              <a:t>가급적 </a:t>
            </a:r>
            <a:r>
              <a:rPr lang="en-US" altLang="ko-KR" sz="3200" b="1" dirty="0">
                <a:solidFill>
                  <a:schemeClr val="tx1"/>
                </a:solidFill>
              </a:rPr>
              <a:t>1</a:t>
            </a:r>
            <a:r>
              <a:rPr lang="ko-KR" altLang="en-US" sz="3200" b="1" dirty="0">
                <a:solidFill>
                  <a:schemeClr val="tx1"/>
                </a:solidFill>
              </a:rPr>
              <a:t>페이지로 요약</a:t>
            </a:r>
          </a:p>
        </p:txBody>
      </p:sp>
    </p:spTree>
    <p:extLst>
      <p:ext uri="{BB962C8B-B14F-4D97-AF65-F5344CB8AC3E}">
        <p14:creationId xmlns:p14="http://schemas.microsoft.com/office/powerpoint/2010/main" val="30190126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44862" y="238662"/>
            <a:ext cx="1419066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5400" b="1" dirty="0">
                <a:solidFill>
                  <a:schemeClr val="bg1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6. </a:t>
            </a:r>
            <a:r>
              <a:rPr lang="ko-KR" altLang="en-US" sz="5400" b="1" dirty="0">
                <a:solidFill>
                  <a:schemeClr val="bg1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프로젝트 수행 후기</a:t>
            </a:r>
          </a:p>
        </p:txBody>
      </p:sp>
      <p:sp>
        <p:nvSpPr>
          <p:cNvPr id="3" name="직사각형 2"/>
          <p:cNvSpPr/>
          <p:nvPr/>
        </p:nvSpPr>
        <p:spPr>
          <a:xfrm>
            <a:off x="884420" y="2488367"/>
            <a:ext cx="11092721" cy="2203554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57200" indent="-457200">
              <a:buFontTx/>
              <a:buChar char="-"/>
            </a:pPr>
            <a:r>
              <a:rPr lang="ko-KR" altLang="en-US" sz="3200" b="1" dirty="0">
                <a:solidFill>
                  <a:schemeClr val="tx1"/>
                </a:solidFill>
              </a:rPr>
              <a:t>프로젝트 수행에 따른 </a:t>
            </a:r>
            <a:r>
              <a:rPr lang="ko-KR" altLang="en-US" sz="3200" b="1" dirty="0" err="1">
                <a:solidFill>
                  <a:schemeClr val="tx1"/>
                </a:solidFill>
              </a:rPr>
              <a:t>느낀점</a:t>
            </a:r>
            <a:endParaRPr lang="en-US" altLang="ko-KR" sz="3200" b="1" dirty="0">
              <a:solidFill>
                <a:schemeClr val="tx1"/>
              </a:solidFill>
            </a:endParaRPr>
          </a:p>
          <a:p>
            <a:pPr marL="457200" indent="-457200">
              <a:buFontTx/>
              <a:buChar char="-"/>
            </a:pPr>
            <a:r>
              <a:rPr lang="ko-KR" altLang="en-US" sz="3200" b="1" dirty="0" err="1">
                <a:solidFill>
                  <a:schemeClr val="tx1"/>
                </a:solidFill>
              </a:rPr>
              <a:t>개발중</a:t>
            </a:r>
            <a:r>
              <a:rPr lang="ko-KR" altLang="en-US" sz="3200" b="1" dirty="0">
                <a:solidFill>
                  <a:schemeClr val="tx1"/>
                </a:solidFill>
              </a:rPr>
              <a:t> 어려웠던 점 그리고 이를 극복한 사연 등</a:t>
            </a:r>
            <a:endParaRPr lang="en-US" altLang="ko-KR" sz="3200" b="1" dirty="0">
              <a:solidFill>
                <a:schemeClr val="tx1"/>
              </a:solidFill>
            </a:endParaRPr>
          </a:p>
          <a:p>
            <a:pPr marL="457200" indent="-457200">
              <a:buFontTx/>
              <a:buChar char="-"/>
            </a:pPr>
            <a:r>
              <a:rPr lang="ko-KR" altLang="en-US" sz="3200" b="1" dirty="0">
                <a:solidFill>
                  <a:schemeClr val="tx1"/>
                </a:solidFill>
              </a:rPr>
              <a:t>교육과 프로젝트를 마무리한 소회 등</a:t>
            </a:r>
            <a:r>
              <a:rPr lang="en-US" altLang="ko-KR" sz="3200" b="1" dirty="0">
                <a:solidFill>
                  <a:schemeClr val="tx1"/>
                </a:solidFill>
              </a:rPr>
              <a:t>… 1</a:t>
            </a:r>
            <a:r>
              <a:rPr lang="ko-KR" altLang="en-US" sz="3200" b="1" dirty="0">
                <a:solidFill>
                  <a:schemeClr val="tx1"/>
                </a:solidFill>
              </a:rPr>
              <a:t>페이지로 정리 </a:t>
            </a:r>
          </a:p>
        </p:txBody>
      </p:sp>
    </p:spTree>
    <p:extLst>
      <p:ext uri="{BB962C8B-B14F-4D97-AF65-F5344CB8AC3E}">
        <p14:creationId xmlns:p14="http://schemas.microsoft.com/office/powerpoint/2010/main" val="24772826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47</TotalTime>
  <Words>192</Words>
  <Application>Microsoft Office PowerPoint</Application>
  <PresentationFormat>사용자 지정</PresentationFormat>
  <Paragraphs>39</Paragraphs>
  <Slides>8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3" baseType="lpstr">
      <vt:lpstr>LG스마트체2.0 Regular</vt:lpstr>
      <vt:lpstr>맑은 고딕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mangoboard.net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SW Reskilling 오리엔테이션</dc:title>
  <dc:subject>Presentation</dc:subject>
  <dc:creator>mangoboard.net_22081255</dc:creator>
  <cp:lastModifiedBy>Codexpert</cp:lastModifiedBy>
  <cp:revision>23</cp:revision>
  <dcterms:created xsi:type="dcterms:W3CDTF">2022-12-09T16:47:26Z</dcterms:created>
  <dcterms:modified xsi:type="dcterms:W3CDTF">2026-08-14T01:00:20Z</dcterms:modified>
</cp:coreProperties>
</file>